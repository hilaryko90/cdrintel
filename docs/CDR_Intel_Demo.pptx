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CDR Intel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Call Data Record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Massive CDR volumes</a:t>
            </a:r>
          </a:p>
          <a:p>
            <a:r>
              <a:t>Manual analysis</a:t>
            </a:r>
          </a:p>
          <a:p>
            <a:r>
              <a:t>Delayed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analytics</a:t>
            </a:r>
          </a:p>
          <a:p>
            <a:r>
              <a:t>Graph intelligence</a:t>
            </a:r>
          </a:p>
          <a:p>
            <a:r>
              <a:t>AI red-flag scoring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Ingestion → Analytics → Graphs →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RBAC</a:t>
            </a:r>
          </a:p>
          <a:p>
            <a:r>
              <a:t>Audit logs</a:t>
            </a:r>
          </a:p>
          <a:p>
            <a:r>
              <a:t>Kenya legal alignment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investigations</a:t>
            </a:r>
          </a:p>
          <a:p>
            <a:r>
              <a:t>Evidence-ready outputs</a:t>
            </a:r>
          </a:p>
          <a:p>
            <a:r>
              <a:t>Scalable nationally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